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57" r:id="rId3"/>
    <p:sldId id="263" r:id="rId4"/>
    <p:sldId id="264" r:id="rId5"/>
    <p:sldId id="258" r:id="rId6"/>
    <p:sldId id="265" r:id="rId7"/>
    <p:sldId id="259" r:id="rId8"/>
    <p:sldId id="266" r:id="rId9"/>
    <p:sldId id="260" r:id="rId10"/>
    <p:sldId id="267" r:id="rId11"/>
    <p:sldId id="261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58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Student Marks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JAVA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8000"/>
                    <a:lumMod val="114000"/>
                  </a:schemeClr>
                </a:gs>
                <a:gs pos="100000">
                  <a:schemeClr val="accent2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Sheet1!$A$2:$A$11</c:f>
              <c:strCache>
                <c:ptCount val="10"/>
                <c:pt idx="0">
                  <c:v>Aarav Patel</c:v>
                </c:pt>
                <c:pt idx="1">
                  <c:v>Riya Shah</c:v>
                </c:pt>
                <c:pt idx="2">
                  <c:v>Krish Mehta</c:v>
                </c:pt>
                <c:pt idx="3">
                  <c:v>Diya Joshi</c:v>
                </c:pt>
                <c:pt idx="4">
                  <c:v>Yash Desai</c:v>
                </c:pt>
                <c:pt idx="5">
                  <c:v>Anaya Trivedi</c:v>
                </c:pt>
                <c:pt idx="6">
                  <c:v>Vivaan Shah</c:v>
                </c:pt>
                <c:pt idx="7">
                  <c:v>Siya Patel</c:v>
                </c:pt>
                <c:pt idx="8">
                  <c:v>Dhruv Mehta</c:v>
                </c:pt>
                <c:pt idx="9">
                  <c:v>Myra Desai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82</c:v>
                </c:pt>
                <c:pt idx="1">
                  <c:v>91</c:v>
                </c:pt>
                <c:pt idx="2">
                  <c:v>74</c:v>
                </c:pt>
                <c:pt idx="3">
                  <c:v>86</c:v>
                </c:pt>
                <c:pt idx="4">
                  <c:v>68</c:v>
                </c:pt>
                <c:pt idx="5">
                  <c:v>95</c:v>
                </c:pt>
                <c:pt idx="6">
                  <c:v>77</c:v>
                </c:pt>
                <c:pt idx="7">
                  <c:v>88</c:v>
                </c:pt>
                <c:pt idx="8">
                  <c:v>71</c:v>
                </c:pt>
                <c:pt idx="9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BE-470A-93A8-FE871F7314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FEWT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8000"/>
                    <a:lumMod val="114000"/>
                  </a:schemeClr>
                </a:gs>
                <a:gs pos="100000">
                  <a:schemeClr val="accent4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Sheet1!$A$2:$A$11</c:f>
              <c:strCache>
                <c:ptCount val="10"/>
                <c:pt idx="0">
                  <c:v>Aarav Patel</c:v>
                </c:pt>
                <c:pt idx="1">
                  <c:v>Riya Shah</c:v>
                </c:pt>
                <c:pt idx="2">
                  <c:v>Krish Mehta</c:v>
                </c:pt>
                <c:pt idx="3">
                  <c:v>Diya Joshi</c:v>
                </c:pt>
                <c:pt idx="4">
                  <c:v>Yash Desai</c:v>
                </c:pt>
                <c:pt idx="5">
                  <c:v>Anaya Trivedi</c:v>
                </c:pt>
                <c:pt idx="6">
                  <c:v>Vivaan Shah</c:v>
                </c:pt>
                <c:pt idx="7">
                  <c:v>Siya Patel</c:v>
                </c:pt>
                <c:pt idx="8">
                  <c:v>Dhruv Mehta</c:v>
                </c:pt>
                <c:pt idx="9">
                  <c:v>Myra Desai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76</c:v>
                </c:pt>
                <c:pt idx="1">
                  <c:v>84</c:v>
                </c:pt>
                <c:pt idx="2">
                  <c:v>81</c:v>
                </c:pt>
                <c:pt idx="3">
                  <c:v>79</c:v>
                </c:pt>
                <c:pt idx="4">
                  <c:v>73</c:v>
                </c:pt>
                <c:pt idx="5">
                  <c:v>90</c:v>
                </c:pt>
                <c:pt idx="6">
                  <c:v>69</c:v>
                </c:pt>
                <c:pt idx="7">
                  <c:v>85</c:v>
                </c:pt>
                <c:pt idx="8">
                  <c:v>78</c:v>
                </c:pt>
                <c:pt idx="9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BE-470A-93A8-FE871F73144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SQL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98000"/>
                    <a:lumMod val="114000"/>
                  </a:schemeClr>
                </a:gs>
                <a:gs pos="100000">
                  <a:schemeClr val="accent6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Sheet1!$A$2:$A$11</c:f>
              <c:strCache>
                <c:ptCount val="10"/>
                <c:pt idx="0">
                  <c:v>Aarav Patel</c:v>
                </c:pt>
                <c:pt idx="1">
                  <c:v>Riya Shah</c:v>
                </c:pt>
                <c:pt idx="2">
                  <c:v>Krish Mehta</c:v>
                </c:pt>
                <c:pt idx="3">
                  <c:v>Diya Joshi</c:v>
                </c:pt>
                <c:pt idx="4">
                  <c:v>Yash Desai</c:v>
                </c:pt>
                <c:pt idx="5">
                  <c:v>Anaya Trivedi</c:v>
                </c:pt>
                <c:pt idx="6">
                  <c:v>Vivaan Shah</c:v>
                </c:pt>
                <c:pt idx="7">
                  <c:v>Siya Patel</c:v>
                </c:pt>
                <c:pt idx="8">
                  <c:v>Dhruv Mehta</c:v>
                </c:pt>
                <c:pt idx="9">
                  <c:v>Myra Desai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88</c:v>
                </c:pt>
                <c:pt idx="1">
                  <c:v>89</c:v>
                </c:pt>
                <c:pt idx="2">
                  <c:v>78</c:v>
                </c:pt>
                <c:pt idx="3">
                  <c:v>84</c:v>
                </c:pt>
                <c:pt idx="4">
                  <c:v>71</c:v>
                </c:pt>
                <c:pt idx="5">
                  <c:v>92</c:v>
                </c:pt>
                <c:pt idx="6">
                  <c:v>75</c:v>
                </c:pt>
                <c:pt idx="7">
                  <c:v>90</c:v>
                </c:pt>
                <c:pt idx="8">
                  <c:v>69</c:v>
                </c:pt>
                <c:pt idx="9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E-470A-93A8-FE871F73144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DSA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tint val="98000"/>
                    <a:lumMod val="114000"/>
                  </a:schemeClr>
                </a:gs>
                <a:gs pos="100000">
                  <a:schemeClr val="accent2">
                    <a:lumMod val="60000"/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Sheet1!$A$2:$A$11</c:f>
              <c:strCache>
                <c:ptCount val="10"/>
                <c:pt idx="0">
                  <c:v>Aarav Patel</c:v>
                </c:pt>
                <c:pt idx="1">
                  <c:v>Riya Shah</c:v>
                </c:pt>
                <c:pt idx="2">
                  <c:v>Krish Mehta</c:v>
                </c:pt>
                <c:pt idx="3">
                  <c:v>Diya Joshi</c:v>
                </c:pt>
                <c:pt idx="4">
                  <c:v>Yash Desai</c:v>
                </c:pt>
                <c:pt idx="5">
                  <c:v>Anaya Trivedi</c:v>
                </c:pt>
                <c:pt idx="6">
                  <c:v>Vivaan Shah</c:v>
                </c:pt>
                <c:pt idx="7">
                  <c:v>Siya Patel</c:v>
                </c:pt>
                <c:pt idx="8">
                  <c:v>Dhruv Mehta</c:v>
                </c:pt>
                <c:pt idx="9">
                  <c:v>Myra Desai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79</c:v>
                </c:pt>
                <c:pt idx="1">
                  <c:v>93</c:v>
                </c:pt>
                <c:pt idx="2">
                  <c:v>72</c:v>
                </c:pt>
                <c:pt idx="3">
                  <c:v>88</c:v>
                </c:pt>
                <c:pt idx="4">
                  <c:v>65</c:v>
                </c:pt>
                <c:pt idx="5">
                  <c:v>94</c:v>
                </c:pt>
                <c:pt idx="6">
                  <c:v>81</c:v>
                </c:pt>
                <c:pt idx="7">
                  <c:v>86</c:v>
                </c:pt>
                <c:pt idx="8">
                  <c:v>74</c:v>
                </c:pt>
                <c:pt idx="9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5BE-470A-93A8-FE871F73144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DF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60000"/>
                    <a:tint val="98000"/>
                    <a:lumMod val="114000"/>
                  </a:schemeClr>
                </a:gs>
                <a:gs pos="100000">
                  <a:schemeClr val="accent4">
                    <a:lumMod val="60000"/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Sheet1!$A$2:$A$11</c:f>
              <c:strCache>
                <c:ptCount val="10"/>
                <c:pt idx="0">
                  <c:v>Aarav Patel</c:v>
                </c:pt>
                <c:pt idx="1">
                  <c:v>Riya Shah</c:v>
                </c:pt>
                <c:pt idx="2">
                  <c:v>Krish Mehta</c:v>
                </c:pt>
                <c:pt idx="3">
                  <c:v>Diya Joshi</c:v>
                </c:pt>
                <c:pt idx="4">
                  <c:v>Yash Desai</c:v>
                </c:pt>
                <c:pt idx="5">
                  <c:v>Anaya Trivedi</c:v>
                </c:pt>
                <c:pt idx="6">
                  <c:v>Vivaan Shah</c:v>
                </c:pt>
                <c:pt idx="7">
                  <c:v>Siya Patel</c:v>
                </c:pt>
                <c:pt idx="8">
                  <c:v>Dhruv Mehta</c:v>
                </c:pt>
                <c:pt idx="9">
                  <c:v>Myra Desai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85</c:v>
                </c:pt>
                <c:pt idx="1">
                  <c:v>87</c:v>
                </c:pt>
                <c:pt idx="2">
                  <c:v>80</c:v>
                </c:pt>
                <c:pt idx="3">
                  <c:v>90</c:v>
                </c:pt>
                <c:pt idx="4">
                  <c:v>76</c:v>
                </c:pt>
                <c:pt idx="5">
                  <c:v>91</c:v>
                </c:pt>
                <c:pt idx="6">
                  <c:v>73</c:v>
                </c:pt>
                <c:pt idx="7">
                  <c:v>89</c:v>
                </c:pt>
                <c:pt idx="8">
                  <c:v>72</c:v>
                </c:pt>
                <c:pt idx="9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5BE-470A-93A8-FE871F731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874223"/>
        <c:axId val="15877583"/>
        <c:axId val="0"/>
      </c:bar3DChart>
      <c:catAx>
        <c:axId val="158742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77583"/>
        <c:crosses val="autoZero"/>
        <c:auto val="1"/>
        <c:lblAlgn val="ctr"/>
        <c:lblOffset val="100"/>
        <c:noMultiLvlLbl val="0"/>
      </c:catAx>
      <c:valAx>
        <c:axId val="15877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742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tint val="98000"/>
                      <a:lumMod val="114000"/>
                    </a:schemeClr>
                  </a:gs>
                  <a:gs pos="100000">
                    <a:schemeClr val="accent2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7F76-4825-BAEA-8A3E09B314D1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tint val="98000"/>
                      <a:lumMod val="114000"/>
                    </a:schemeClr>
                  </a:gs>
                  <a:gs pos="100000">
                    <a:schemeClr val="accent4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3-7F76-4825-BAEA-8A3E09B314D1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tint val="98000"/>
                      <a:lumMod val="114000"/>
                    </a:schemeClr>
                  </a:gs>
                  <a:gs pos="100000">
                    <a:schemeClr val="accent6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5-7F76-4825-BAEA-8A3E09B314D1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tint val="98000"/>
                      <a:lumMod val="114000"/>
                    </a:schemeClr>
                  </a:gs>
                  <a:gs pos="100000">
                    <a:schemeClr val="accent2">
                      <a:lumMod val="60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7-7F76-4825-BAEA-8A3E09B314D1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tint val="98000"/>
                      <a:lumMod val="114000"/>
                    </a:schemeClr>
                  </a:gs>
                  <a:gs pos="100000">
                    <a:schemeClr val="accent4">
                      <a:lumMod val="60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9-7F76-4825-BAEA-8A3E09B314D1}"/>
              </c:ext>
            </c:extLst>
          </c:dPt>
          <c:cat>
            <c:strRef>
              <c:f>Sheet1!$A$2:$A$6</c:f>
              <c:strCache>
                <c:ptCount val="5"/>
                <c:pt idx="0">
                  <c:v>JAVA</c:v>
                </c:pt>
                <c:pt idx="1">
                  <c:v>FEWT</c:v>
                </c:pt>
                <c:pt idx="2">
                  <c:v>SQL</c:v>
                </c:pt>
                <c:pt idx="3">
                  <c:v>DSA</c:v>
                </c:pt>
                <c:pt idx="4">
                  <c:v>DF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81.599999999999994</c:v>
                </c:pt>
                <c:pt idx="1">
                  <c:v>80.2</c:v>
                </c:pt>
                <c:pt idx="2">
                  <c:v>81.8</c:v>
                </c:pt>
                <c:pt idx="3">
                  <c:v>82.2</c:v>
                </c:pt>
                <c:pt idx="4">
                  <c:v>82.9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28-43B4-8F62-E8EA2A37C3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Sheet1!$A$2:$A$6</c:f>
              <c:strCache>
                <c:ptCount val="5"/>
                <c:pt idx="0">
                  <c:v>JAVA</c:v>
                </c:pt>
                <c:pt idx="1">
                  <c:v>FEWT</c:v>
                </c:pt>
                <c:pt idx="2">
                  <c:v>SQL</c:v>
                </c:pt>
                <c:pt idx="3">
                  <c:v>DSA</c:v>
                </c:pt>
                <c:pt idx="4">
                  <c:v>DF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0.81599999999999995</c:v>
                </c:pt>
                <c:pt idx="1">
                  <c:v>0.80200000000000005</c:v>
                </c:pt>
                <c:pt idx="2">
                  <c:v>0.81799999999999995</c:v>
                </c:pt>
                <c:pt idx="3">
                  <c:v>0.82199999999999995</c:v>
                </c:pt>
                <c:pt idx="4">
                  <c:v>0.82899999999999996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5C-497B-AFCB-BAD5F228C4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460973183"/>
        <c:axId val="460957823"/>
      </c:barChart>
      <c:catAx>
        <c:axId val="4609731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0957823"/>
        <c:crosses val="autoZero"/>
        <c:auto val="1"/>
        <c:lblAlgn val="ctr"/>
        <c:lblOffset val="100"/>
        <c:noMultiLvlLbl val="0"/>
      </c:catAx>
      <c:valAx>
        <c:axId val="4609578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0973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FCE56D-FB0F-4ED4-97D7-50D42EB3637B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4EBA1E-099F-4244-A693-FDF2EA409E7A}">
      <dgm:prSet phldrT="[Text]" phldr="0" custT="1"/>
      <dgm:spPr>
        <a:solidFill>
          <a:schemeClr val="bg1"/>
        </a:solidFill>
      </dgm:spPr>
      <dgm:t>
        <a:bodyPr/>
        <a:lstStyle/>
        <a:p>
          <a:pPr algn="ctr"/>
          <a:r>
            <a:rPr lang="en-US" sz="1800" dirty="0">
              <a:latin typeface="Algerian" panose="04020705040A02060702" pitchFamily="82" charset="0"/>
            </a:rPr>
            <a:t>JAVA</a:t>
          </a:r>
          <a:endParaRPr lang="en-IN" sz="1800" dirty="0">
            <a:latin typeface="Algerian" panose="04020705040A02060702" pitchFamily="82" charset="0"/>
          </a:endParaRPr>
        </a:p>
      </dgm:t>
    </dgm:pt>
    <dgm:pt modelId="{61DA5448-D80F-47D4-B9CF-9B98A9946570}" type="parTrans" cxnId="{C023E719-5CE2-4D9F-85B9-364DE7798592}">
      <dgm:prSet/>
      <dgm:spPr/>
      <dgm:t>
        <a:bodyPr/>
        <a:lstStyle/>
        <a:p>
          <a:endParaRPr lang="en-IN"/>
        </a:p>
      </dgm:t>
    </dgm:pt>
    <dgm:pt modelId="{E2BC02CC-C20D-470A-8734-A3D4DD8D583E}" type="sibTrans" cxnId="{C023E719-5CE2-4D9F-85B9-364DE7798592}">
      <dgm:prSet/>
      <dgm:spPr/>
      <dgm:t>
        <a:bodyPr/>
        <a:lstStyle/>
        <a:p>
          <a:endParaRPr lang="en-IN"/>
        </a:p>
      </dgm:t>
    </dgm:pt>
    <dgm:pt modelId="{F6DA3996-6D5D-4DDA-B42C-DBC0D8A155B1}">
      <dgm:prSet phldrT="[Text]" phldr="0" custT="1"/>
      <dgm:spPr>
        <a:solidFill>
          <a:schemeClr val="bg1">
            <a:lumMod val="65000"/>
            <a:lumOff val="35000"/>
          </a:schemeClr>
        </a:solidFill>
      </dgm:spPr>
      <dgm:t>
        <a:bodyPr/>
        <a:lstStyle/>
        <a:p>
          <a:r>
            <a:rPr lang="en-US" sz="4000" dirty="0">
              <a:latin typeface="Algerian" panose="04020705040A02060702" pitchFamily="82" charset="0"/>
            </a:rPr>
            <a:t>DSA</a:t>
          </a:r>
          <a:endParaRPr lang="en-IN" sz="4000" dirty="0">
            <a:latin typeface="Algerian" panose="04020705040A02060702" pitchFamily="82" charset="0"/>
          </a:endParaRPr>
        </a:p>
      </dgm:t>
    </dgm:pt>
    <dgm:pt modelId="{C770AC59-575D-4001-B753-DC06E20970D5}" type="parTrans" cxnId="{84D108D3-6AFC-4908-8C9B-E0DF795211ED}">
      <dgm:prSet/>
      <dgm:spPr/>
      <dgm:t>
        <a:bodyPr/>
        <a:lstStyle/>
        <a:p>
          <a:endParaRPr lang="en-IN"/>
        </a:p>
      </dgm:t>
    </dgm:pt>
    <dgm:pt modelId="{34CA3D06-DF9C-4405-8CE8-D9D98E698AD9}" type="sibTrans" cxnId="{84D108D3-6AFC-4908-8C9B-E0DF795211ED}">
      <dgm:prSet/>
      <dgm:spPr/>
      <dgm:t>
        <a:bodyPr/>
        <a:lstStyle/>
        <a:p>
          <a:endParaRPr lang="en-IN"/>
        </a:p>
      </dgm:t>
    </dgm:pt>
    <dgm:pt modelId="{8B699F48-2248-4B29-A6B3-683605330CC4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3600" dirty="0">
              <a:latin typeface="Algerian" panose="04020705040A02060702" pitchFamily="82" charset="0"/>
            </a:rPr>
            <a:t>SQL</a:t>
          </a:r>
          <a:endParaRPr lang="en-IN" sz="3600" dirty="0">
            <a:latin typeface="Algerian" panose="04020705040A02060702" pitchFamily="82" charset="0"/>
          </a:endParaRPr>
        </a:p>
      </dgm:t>
    </dgm:pt>
    <dgm:pt modelId="{6C2CC622-D30A-439B-AB34-EDE6E5CAFE44}" type="parTrans" cxnId="{97761DFB-A7D3-4EBF-888E-3F38D43A52C9}">
      <dgm:prSet/>
      <dgm:spPr/>
      <dgm:t>
        <a:bodyPr/>
        <a:lstStyle/>
        <a:p>
          <a:endParaRPr lang="en-IN"/>
        </a:p>
      </dgm:t>
    </dgm:pt>
    <dgm:pt modelId="{71CE3233-D392-488B-8847-EB59B7EFD972}" type="sibTrans" cxnId="{97761DFB-A7D3-4EBF-888E-3F38D43A52C9}">
      <dgm:prSet/>
      <dgm:spPr/>
      <dgm:t>
        <a:bodyPr/>
        <a:lstStyle/>
        <a:p>
          <a:endParaRPr lang="en-IN"/>
        </a:p>
      </dgm:t>
    </dgm:pt>
    <dgm:pt modelId="{08DE9B03-9DE3-43D2-91D9-422DBBB295E8}">
      <dgm:prSet/>
      <dgm:spPr>
        <a:solidFill>
          <a:schemeClr val="bg1"/>
        </a:solidFill>
      </dgm:spPr>
      <dgm:t>
        <a:bodyPr/>
        <a:lstStyle/>
        <a:p>
          <a:r>
            <a:rPr lang="en-US" dirty="0">
              <a:latin typeface="Algerian" panose="04020705040A02060702" pitchFamily="82" charset="0"/>
            </a:rPr>
            <a:t>DF</a:t>
          </a:r>
          <a:endParaRPr lang="en-IN" dirty="0">
            <a:latin typeface="Algerian" panose="04020705040A02060702" pitchFamily="82" charset="0"/>
          </a:endParaRPr>
        </a:p>
      </dgm:t>
    </dgm:pt>
    <dgm:pt modelId="{1C97FB29-6D9A-49CD-9611-683918B4ABEB}" type="parTrans" cxnId="{4DC98901-AE3A-464C-9A5B-0CE05C9B7D04}">
      <dgm:prSet/>
      <dgm:spPr/>
      <dgm:t>
        <a:bodyPr/>
        <a:lstStyle/>
        <a:p>
          <a:endParaRPr lang="en-IN"/>
        </a:p>
      </dgm:t>
    </dgm:pt>
    <dgm:pt modelId="{432A41B9-FE99-4D10-B989-7045CF3BD3EE}" type="sibTrans" cxnId="{4DC98901-AE3A-464C-9A5B-0CE05C9B7D04}">
      <dgm:prSet/>
      <dgm:spPr/>
      <dgm:t>
        <a:bodyPr/>
        <a:lstStyle/>
        <a:p>
          <a:endParaRPr lang="en-IN"/>
        </a:p>
      </dgm:t>
    </dgm:pt>
    <dgm:pt modelId="{6695E362-9635-4DFC-A187-83ED46691C4E}">
      <dgm:prSet custT="1"/>
      <dgm:spPr>
        <a:solidFill>
          <a:schemeClr val="bg1">
            <a:lumMod val="65000"/>
            <a:lumOff val="35000"/>
          </a:schemeClr>
        </a:solidFill>
      </dgm:spPr>
      <dgm:t>
        <a:bodyPr/>
        <a:lstStyle/>
        <a:p>
          <a:r>
            <a:rPr lang="en-US" sz="2800" dirty="0">
              <a:latin typeface="Algerian" panose="04020705040A02060702" pitchFamily="82" charset="0"/>
            </a:rPr>
            <a:t>FEWT</a:t>
          </a:r>
          <a:endParaRPr lang="en-IN" sz="2800" dirty="0">
            <a:latin typeface="Algerian" panose="04020705040A02060702" pitchFamily="82" charset="0"/>
          </a:endParaRPr>
        </a:p>
      </dgm:t>
    </dgm:pt>
    <dgm:pt modelId="{31B47D71-CA4E-482C-8AA9-6DEF7E324723}" type="parTrans" cxnId="{EC7AA8DE-B32D-4209-90C9-610F109596BF}">
      <dgm:prSet/>
      <dgm:spPr/>
      <dgm:t>
        <a:bodyPr/>
        <a:lstStyle/>
        <a:p>
          <a:endParaRPr lang="en-IN"/>
        </a:p>
      </dgm:t>
    </dgm:pt>
    <dgm:pt modelId="{21EF958B-C531-4758-A77D-4ABBD0CB25B4}" type="sibTrans" cxnId="{EC7AA8DE-B32D-4209-90C9-610F109596BF}">
      <dgm:prSet/>
      <dgm:spPr/>
      <dgm:t>
        <a:bodyPr/>
        <a:lstStyle/>
        <a:p>
          <a:endParaRPr lang="en-IN"/>
        </a:p>
      </dgm:t>
    </dgm:pt>
    <dgm:pt modelId="{CB0E6018-8D8F-4F99-B8F7-5374CD06C1F9}" type="pres">
      <dgm:prSet presAssocID="{5CFCE56D-FB0F-4ED4-97D7-50D42EB3637B}" presName="Name0" presStyleCnt="0">
        <dgm:presLayoutVars>
          <dgm:dir/>
          <dgm:animLvl val="lvl"/>
          <dgm:resizeHandles val="exact"/>
        </dgm:presLayoutVars>
      </dgm:prSet>
      <dgm:spPr/>
    </dgm:pt>
    <dgm:pt modelId="{B87DA637-9DA5-4C8E-9ADF-F163C39316BC}" type="pres">
      <dgm:prSet presAssocID="{764EBA1E-099F-4244-A693-FDF2EA409E7A}" presName="Name8" presStyleCnt="0"/>
      <dgm:spPr/>
    </dgm:pt>
    <dgm:pt modelId="{F53F918B-719A-458B-9A7E-09F15C070A47}" type="pres">
      <dgm:prSet presAssocID="{764EBA1E-099F-4244-A693-FDF2EA409E7A}" presName="level" presStyleLbl="node1" presStyleIdx="0" presStyleCnt="5" custLinFactNeighborY="0">
        <dgm:presLayoutVars>
          <dgm:chMax val="1"/>
          <dgm:bulletEnabled val="1"/>
        </dgm:presLayoutVars>
      </dgm:prSet>
      <dgm:spPr/>
    </dgm:pt>
    <dgm:pt modelId="{85DCCCBB-35C8-4C73-B191-A05A21ACFF22}" type="pres">
      <dgm:prSet presAssocID="{764EBA1E-099F-4244-A693-FDF2EA409E7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A2CC48A-562F-4559-9BA6-8FCEE19CACE7}" type="pres">
      <dgm:prSet presAssocID="{6695E362-9635-4DFC-A187-83ED46691C4E}" presName="Name8" presStyleCnt="0"/>
      <dgm:spPr/>
    </dgm:pt>
    <dgm:pt modelId="{4CD7BBD9-C278-4F7C-BFEE-2B4783C7AD9B}" type="pres">
      <dgm:prSet presAssocID="{6695E362-9635-4DFC-A187-83ED46691C4E}" presName="level" presStyleLbl="node1" presStyleIdx="1" presStyleCnt="5">
        <dgm:presLayoutVars>
          <dgm:chMax val="1"/>
          <dgm:bulletEnabled val="1"/>
        </dgm:presLayoutVars>
      </dgm:prSet>
      <dgm:spPr/>
    </dgm:pt>
    <dgm:pt modelId="{4F56B78B-40FA-41E1-9E31-379BEB55F9C3}" type="pres">
      <dgm:prSet presAssocID="{6695E362-9635-4DFC-A187-83ED46691C4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9E9E7AC-8F7C-467B-8C1C-429665D63DA6}" type="pres">
      <dgm:prSet presAssocID="{8B699F48-2248-4B29-A6B3-683605330CC4}" presName="Name8" presStyleCnt="0"/>
      <dgm:spPr/>
    </dgm:pt>
    <dgm:pt modelId="{4D82175B-EF0D-4C38-9AEE-3E7C98ACFC31}" type="pres">
      <dgm:prSet presAssocID="{8B699F48-2248-4B29-A6B3-683605330CC4}" presName="level" presStyleLbl="node1" presStyleIdx="2" presStyleCnt="5">
        <dgm:presLayoutVars>
          <dgm:chMax val="1"/>
          <dgm:bulletEnabled val="1"/>
        </dgm:presLayoutVars>
      </dgm:prSet>
      <dgm:spPr/>
    </dgm:pt>
    <dgm:pt modelId="{2935761F-92AC-45C8-952B-134335F3B73E}" type="pres">
      <dgm:prSet presAssocID="{8B699F48-2248-4B29-A6B3-683605330CC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B8E0A38-F936-401C-AF03-BF1983413327}" type="pres">
      <dgm:prSet presAssocID="{F6DA3996-6D5D-4DDA-B42C-DBC0D8A155B1}" presName="Name8" presStyleCnt="0"/>
      <dgm:spPr/>
    </dgm:pt>
    <dgm:pt modelId="{409E6F06-6BA6-4377-8556-AEC9B87344EC}" type="pres">
      <dgm:prSet presAssocID="{F6DA3996-6D5D-4DDA-B42C-DBC0D8A155B1}" presName="level" presStyleLbl="node1" presStyleIdx="3" presStyleCnt="5">
        <dgm:presLayoutVars>
          <dgm:chMax val="1"/>
          <dgm:bulletEnabled val="1"/>
        </dgm:presLayoutVars>
      </dgm:prSet>
      <dgm:spPr/>
    </dgm:pt>
    <dgm:pt modelId="{1A2043CB-FB58-4D28-98EA-5DF6D343411A}" type="pres">
      <dgm:prSet presAssocID="{F6DA3996-6D5D-4DDA-B42C-DBC0D8A155B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784FFD1-C4CD-4319-ACC1-88E02BF9908B}" type="pres">
      <dgm:prSet presAssocID="{08DE9B03-9DE3-43D2-91D9-422DBBB295E8}" presName="Name8" presStyleCnt="0"/>
      <dgm:spPr/>
    </dgm:pt>
    <dgm:pt modelId="{FA56393C-4E08-467F-A125-E370C24493D7}" type="pres">
      <dgm:prSet presAssocID="{08DE9B03-9DE3-43D2-91D9-422DBBB295E8}" presName="level" presStyleLbl="node1" presStyleIdx="4" presStyleCnt="5">
        <dgm:presLayoutVars>
          <dgm:chMax val="1"/>
          <dgm:bulletEnabled val="1"/>
        </dgm:presLayoutVars>
      </dgm:prSet>
      <dgm:spPr/>
    </dgm:pt>
    <dgm:pt modelId="{BA58E13A-A3FB-4A51-8C50-9F97715DD91E}" type="pres">
      <dgm:prSet presAssocID="{08DE9B03-9DE3-43D2-91D9-422DBBB295E8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4DC98901-AE3A-464C-9A5B-0CE05C9B7D04}" srcId="{5CFCE56D-FB0F-4ED4-97D7-50D42EB3637B}" destId="{08DE9B03-9DE3-43D2-91D9-422DBBB295E8}" srcOrd="4" destOrd="0" parTransId="{1C97FB29-6D9A-49CD-9611-683918B4ABEB}" sibTransId="{432A41B9-FE99-4D10-B989-7045CF3BD3EE}"/>
    <dgm:cxn modelId="{C023E719-5CE2-4D9F-85B9-364DE7798592}" srcId="{5CFCE56D-FB0F-4ED4-97D7-50D42EB3637B}" destId="{764EBA1E-099F-4244-A693-FDF2EA409E7A}" srcOrd="0" destOrd="0" parTransId="{61DA5448-D80F-47D4-B9CF-9B98A9946570}" sibTransId="{E2BC02CC-C20D-470A-8734-A3D4DD8D583E}"/>
    <dgm:cxn modelId="{0AB06B53-FB51-47D3-9DEC-02816AF35A26}" type="presOf" srcId="{6695E362-9635-4DFC-A187-83ED46691C4E}" destId="{4F56B78B-40FA-41E1-9E31-379BEB55F9C3}" srcOrd="1" destOrd="0" presId="urn:microsoft.com/office/officeart/2005/8/layout/pyramid1"/>
    <dgm:cxn modelId="{EA909B55-A499-4F21-955C-B41FFA687A60}" type="presOf" srcId="{08DE9B03-9DE3-43D2-91D9-422DBBB295E8}" destId="{BA58E13A-A3FB-4A51-8C50-9F97715DD91E}" srcOrd="1" destOrd="0" presId="urn:microsoft.com/office/officeart/2005/8/layout/pyramid1"/>
    <dgm:cxn modelId="{6A44E280-B619-43B8-BBD2-D36AC40F6D7C}" type="presOf" srcId="{08DE9B03-9DE3-43D2-91D9-422DBBB295E8}" destId="{FA56393C-4E08-467F-A125-E370C24493D7}" srcOrd="0" destOrd="0" presId="urn:microsoft.com/office/officeart/2005/8/layout/pyramid1"/>
    <dgm:cxn modelId="{E33CD993-637D-46B9-B2A2-3E0AF7FFFCE3}" type="presOf" srcId="{5CFCE56D-FB0F-4ED4-97D7-50D42EB3637B}" destId="{CB0E6018-8D8F-4F99-B8F7-5374CD06C1F9}" srcOrd="0" destOrd="0" presId="urn:microsoft.com/office/officeart/2005/8/layout/pyramid1"/>
    <dgm:cxn modelId="{E19EE8A3-AFA9-4A9A-8956-4046EE330BD3}" type="presOf" srcId="{F6DA3996-6D5D-4DDA-B42C-DBC0D8A155B1}" destId="{409E6F06-6BA6-4377-8556-AEC9B87344EC}" srcOrd="0" destOrd="0" presId="urn:microsoft.com/office/officeart/2005/8/layout/pyramid1"/>
    <dgm:cxn modelId="{4544F8AC-013E-4108-873F-8D0C1F436361}" type="presOf" srcId="{764EBA1E-099F-4244-A693-FDF2EA409E7A}" destId="{85DCCCBB-35C8-4C73-B191-A05A21ACFF22}" srcOrd="1" destOrd="0" presId="urn:microsoft.com/office/officeart/2005/8/layout/pyramid1"/>
    <dgm:cxn modelId="{5636BEB0-B426-4367-9767-A6FFE90AC9CB}" type="presOf" srcId="{F6DA3996-6D5D-4DDA-B42C-DBC0D8A155B1}" destId="{1A2043CB-FB58-4D28-98EA-5DF6D343411A}" srcOrd="1" destOrd="0" presId="urn:microsoft.com/office/officeart/2005/8/layout/pyramid1"/>
    <dgm:cxn modelId="{84D108D3-6AFC-4908-8C9B-E0DF795211ED}" srcId="{5CFCE56D-FB0F-4ED4-97D7-50D42EB3637B}" destId="{F6DA3996-6D5D-4DDA-B42C-DBC0D8A155B1}" srcOrd="3" destOrd="0" parTransId="{C770AC59-575D-4001-B753-DC06E20970D5}" sibTransId="{34CA3D06-DF9C-4405-8CE8-D9D98E698AD9}"/>
    <dgm:cxn modelId="{EC7AA8DE-B32D-4209-90C9-610F109596BF}" srcId="{5CFCE56D-FB0F-4ED4-97D7-50D42EB3637B}" destId="{6695E362-9635-4DFC-A187-83ED46691C4E}" srcOrd="1" destOrd="0" parTransId="{31B47D71-CA4E-482C-8AA9-6DEF7E324723}" sibTransId="{21EF958B-C531-4758-A77D-4ABBD0CB25B4}"/>
    <dgm:cxn modelId="{6BF490DF-8BCE-49B5-8DC1-D7AE93753A34}" type="presOf" srcId="{764EBA1E-099F-4244-A693-FDF2EA409E7A}" destId="{F53F918B-719A-458B-9A7E-09F15C070A47}" srcOrd="0" destOrd="0" presId="urn:microsoft.com/office/officeart/2005/8/layout/pyramid1"/>
    <dgm:cxn modelId="{B27AE6F5-11F2-4299-A437-21F330DCB0AE}" type="presOf" srcId="{8B699F48-2248-4B29-A6B3-683605330CC4}" destId="{4D82175B-EF0D-4C38-9AEE-3E7C98ACFC31}" srcOrd="0" destOrd="0" presId="urn:microsoft.com/office/officeart/2005/8/layout/pyramid1"/>
    <dgm:cxn modelId="{97761DFB-A7D3-4EBF-888E-3F38D43A52C9}" srcId="{5CFCE56D-FB0F-4ED4-97D7-50D42EB3637B}" destId="{8B699F48-2248-4B29-A6B3-683605330CC4}" srcOrd="2" destOrd="0" parTransId="{6C2CC622-D30A-439B-AB34-EDE6E5CAFE44}" sibTransId="{71CE3233-D392-488B-8847-EB59B7EFD972}"/>
    <dgm:cxn modelId="{0A2A1FFB-5069-44A8-A3BE-5B41F8BF81DB}" type="presOf" srcId="{8B699F48-2248-4B29-A6B3-683605330CC4}" destId="{2935761F-92AC-45C8-952B-134335F3B73E}" srcOrd="1" destOrd="0" presId="urn:microsoft.com/office/officeart/2005/8/layout/pyramid1"/>
    <dgm:cxn modelId="{7F28F5FD-FCC4-47E0-B332-78F5633A4085}" type="presOf" srcId="{6695E362-9635-4DFC-A187-83ED46691C4E}" destId="{4CD7BBD9-C278-4F7C-BFEE-2B4783C7AD9B}" srcOrd="0" destOrd="0" presId="urn:microsoft.com/office/officeart/2005/8/layout/pyramid1"/>
    <dgm:cxn modelId="{17B1AF11-A603-4B4B-9979-CDDAA18BA635}" type="presParOf" srcId="{CB0E6018-8D8F-4F99-B8F7-5374CD06C1F9}" destId="{B87DA637-9DA5-4C8E-9ADF-F163C39316BC}" srcOrd="0" destOrd="0" presId="urn:microsoft.com/office/officeart/2005/8/layout/pyramid1"/>
    <dgm:cxn modelId="{979A7287-EDE4-4121-8419-4B4D742029E4}" type="presParOf" srcId="{B87DA637-9DA5-4C8E-9ADF-F163C39316BC}" destId="{F53F918B-719A-458B-9A7E-09F15C070A47}" srcOrd="0" destOrd="0" presId="urn:microsoft.com/office/officeart/2005/8/layout/pyramid1"/>
    <dgm:cxn modelId="{821E8A26-4ACA-449E-842E-16468BA61261}" type="presParOf" srcId="{B87DA637-9DA5-4C8E-9ADF-F163C39316BC}" destId="{85DCCCBB-35C8-4C73-B191-A05A21ACFF22}" srcOrd="1" destOrd="0" presId="urn:microsoft.com/office/officeart/2005/8/layout/pyramid1"/>
    <dgm:cxn modelId="{0BEFB9FE-C6DB-46C0-9000-6FD9D9824305}" type="presParOf" srcId="{CB0E6018-8D8F-4F99-B8F7-5374CD06C1F9}" destId="{BA2CC48A-562F-4559-9BA6-8FCEE19CACE7}" srcOrd="1" destOrd="0" presId="urn:microsoft.com/office/officeart/2005/8/layout/pyramid1"/>
    <dgm:cxn modelId="{DC02A24A-EFEC-40A3-9AB2-947E41106A22}" type="presParOf" srcId="{BA2CC48A-562F-4559-9BA6-8FCEE19CACE7}" destId="{4CD7BBD9-C278-4F7C-BFEE-2B4783C7AD9B}" srcOrd="0" destOrd="0" presId="urn:microsoft.com/office/officeart/2005/8/layout/pyramid1"/>
    <dgm:cxn modelId="{3682EE48-F022-415E-A9FF-4AA12AFCD987}" type="presParOf" srcId="{BA2CC48A-562F-4559-9BA6-8FCEE19CACE7}" destId="{4F56B78B-40FA-41E1-9E31-379BEB55F9C3}" srcOrd="1" destOrd="0" presId="urn:microsoft.com/office/officeart/2005/8/layout/pyramid1"/>
    <dgm:cxn modelId="{97D085C3-E7DF-4349-A613-FB0D62BBB79E}" type="presParOf" srcId="{CB0E6018-8D8F-4F99-B8F7-5374CD06C1F9}" destId="{79E9E7AC-8F7C-467B-8C1C-429665D63DA6}" srcOrd="2" destOrd="0" presId="urn:microsoft.com/office/officeart/2005/8/layout/pyramid1"/>
    <dgm:cxn modelId="{62C2F77B-9890-4736-B211-6D3F526BC52C}" type="presParOf" srcId="{79E9E7AC-8F7C-467B-8C1C-429665D63DA6}" destId="{4D82175B-EF0D-4C38-9AEE-3E7C98ACFC31}" srcOrd="0" destOrd="0" presId="urn:microsoft.com/office/officeart/2005/8/layout/pyramid1"/>
    <dgm:cxn modelId="{67A09A54-9491-4C54-9FC4-7818AFD8CBB1}" type="presParOf" srcId="{79E9E7AC-8F7C-467B-8C1C-429665D63DA6}" destId="{2935761F-92AC-45C8-952B-134335F3B73E}" srcOrd="1" destOrd="0" presId="urn:microsoft.com/office/officeart/2005/8/layout/pyramid1"/>
    <dgm:cxn modelId="{0776B9FA-F248-48FB-9D28-838CAD47A27E}" type="presParOf" srcId="{CB0E6018-8D8F-4F99-B8F7-5374CD06C1F9}" destId="{CB8E0A38-F936-401C-AF03-BF1983413327}" srcOrd="3" destOrd="0" presId="urn:microsoft.com/office/officeart/2005/8/layout/pyramid1"/>
    <dgm:cxn modelId="{70107305-5851-492A-BCE0-E3650045BECA}" type="presParOf" srcId="{CB8E0A38-F936-401C-AF03-BF1983413327}" destId="{409E6F06-6BA6-4377-8556-AEC9B87344EC}" srcOrd="0" destOrd="0" presId="urn:microsoft.com/office/officeart/2005/8/layout/pyramid1"/>
    <dgm:cxn modelId="{5D0D88B2-4F33-4743-867E-8DE4F542A5EE}" type="presParOf" srcId="{CB8E0A38-F936-401C-AF03-BF1983413327}" destId="{1A2043CB-FB58-4D28-98EA-5DF6D343411A}" srcOrd="1" destOrd="0" presId="urn:microsoft.com/office/officeart/2005/8/layout/pyramid1"/>
    <dgm:cxn modelId="{BA1D8FEA-1BED-46BB-AB79-F2EFA7E07A64}" type="presParOf" srcId="{CB0E6018-8D8F-4F99-B8F7-5374CD06C1F9}" destId="{0784FFD1-C4CD-4319-ACC1-88E02BF9908B}" srcOrd="4" destOrd="0" presId="urn:microsoft.com/office/officeart/2005/8/layout/pyramid1"/>
    <dgm:cxn modelId="{548F2626-FF62-42BD-B09A-2A97B943436B}" type="presParOf" srcId="{0784FFD1-C4CD-4319-ACC1-88E02BF9908B}" destId="{FA56393C-4E08-467F-A125-E370C24493D7}" srcOrd="0" destOrd="0" presId="urn:microsoft.com/office/officeart/2005/8/layout/pyramid1"/>
    <dgm:cxn modelId="{27811642-5927-4225-A31A-3D665F1731DD}" type="presParOf" srcId="{0784FFD1-C4CD-4319-ACC1-88E02BF9908B}" destId="{BA58E13A-A3FB-4A51-8C50-9F97715DD91E}" srcOrd="1" destOrd="0" presId="urn:microsoft.com/office/officeart/2005/8/layout/pyramid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3F918B-719A-458B-9A7E-09F15C070A47}">
      <dsp:nvSpPr>
        <dsp:cNvPr id="0" name=""/>
        <dsp:cNvSpPr/>
      </dsp:nvSpPr>
      <dsp:spPr>
        <a:xfrm>
          <a:off x="2931160" y="0"/>
          <a:ext cx="1465580" cy="684847"/>
        </a:xfrm>
        <a:prstGeom prst="trapezoid">
          <a:avLst>
            <a:gd name="adj" fmla="val 107000"/>
          </a:avLst>
        </a:prstGeom>
        <a:solidFill>
          <a:schemeClr val="bg1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lgerian" panose="04020705040A02060702" pitchFamily="82" charset="0"/>
            </a:rPr>
            <a:t>JAVA</a:t>
          </a:r>
          <a:endParaRPr lang="en-IN" sz="1800" kern="1200" dirty="0">
            <a:latin typeface="Algerian" panose="04020705040A02060702" pitchFamily="82" charset="0"/>
          </a:endParaRPr>
        </a:p>
      </dsp:txBody>
      <dsp:txXfrm>
        <a:off x="2931160" y="0"/>
        <a:ext cx="1465580" cy="684847"/>
      </dsp:txXfrm>
    </dsp:sp>
    <dsp:sp modelId="{4CD7BBD9-C278-4F7C-BFEE-2B4783C7AD9B}">
      <dsp:nvSpPr>
        <dsp:cNvPr id="0" name=""/>
        <dsp:cNvSpPr/>
      </dsp:nvSpPr>
      <dsp:spPr>
        <a:xfrm>
          <a:off x="2198370" y="684847"/>
          <a:ext cx="2931160" cy="684847"/>
        </a:xfrm>
        <a:prstGeom prst="trapezoid">
          <a:avLst>
            <a:gd name="adj" fmla="val 107000"/>
          </a:avLst>
        </a:prstGeom>
        <a:solidFill>
          <a:schemeClr val="bg1">
            <a:lumMod val="65000"/>
            <a:lumOff val="3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lgerian" panose="04020705040A02060702" pitchFamily="82" charset="0"/>
            </a:rPr>
            <a:t>FEWT</a:t>
          </a:r>
          <a:endParaRPr lang="en-IN" sz="2800" kern="1200" dirty="0">
            <a:latin typeface="Algerian" panose="04020705040A02060702" pitchFamily="82" charset="0"/>
          </a:endParaRPr>
        </a:p>
      </dsp:txBody>
      <dsp:txXfrm>
        <a:off x="2711322" y="684847"/>
        <a:ext cx="1905254" cy="684847"/>
      </dsp:txXfrm>
    </dsp:sp>
    <dsp:sp modelId="{4D82175B-EF0D-4C38-9AEE-3E7C98ACFC31}">
      <dsp:nvSpPr>
        <dsp:cNvPr id="0" name=""/>
        <dsp:cNvSpPr/>
      </dsp:nvSpPr>
      <dsp:spPr>
        <a:xfrm>
          <a:off x="1465579" y="1369694"/>
          <a:ext cx="4396740" cy="684847"/>
        </a:xfrm>
        <a:prstGeom prst="trapezoid">
          <a:avLst>
            <a:gd name="adj" fmla="val 107000"/>
          </a:avLst>
        </a:prstGeom>
        <a:solidFill>
          <a:schemeClr val="bg1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Algerian" panose="04020705040A02060702" pitchFamily="82" charset="0"/>
            </a:rPr>
            <a:t>SQL</a:t>
          </a:r>
          <a:endParaRPr lang="en-IN" sz="3600" kern="1200" dirty="0">
            <a:latin typeface="Algerian" panose="04020705040A02060702" pitchFamily="82" charset="0"/>
          </a:endParaRPr>
        </a:p>
      </dsp:txBody>
      <dsp:txXfrm>
        <a:off x="2235009" y="1369694"/>
        <a:ext cx="2857881" cy="684847"/>
      </dsp:txXfrm>
    </dsp:sp>
    <dsp:sp modelId="{409E6F06-6BA6-4377-8556-AEC9B87344EC}">
      <dsp:nvSpPr>
        <dsp:cNvPr id="0" name=""/>
        <dsp:cNvSpPr/>
      </dsp:nvSpPr>
      <dsp:spPr>
        <a:xfrm>
          <a:off x="732789" y="2054542"/>
          <a:ext cx="5862320" cy="684847"/>
        </a:xfrm>
        <a:prstGeom prst="trapezoid">
          <a:avLst>
            <a:gd name="adj" fmla="val 107000"/>
          </a:avLst>
        </a:prstGeom>
        <a:solidFill>
          <a:schemeClr val="bg1">
            <a:lumMod val="65000"/>
            <a:lumOff val="3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Algerian" panose="04020705040A02060702" pitchFamily="82" charset="0"/>
            </a:rPr>
            <a:t>DSA</a:t>
          </a:r>
          <a:endParaRPr lang="en-IN" sz="4000" kern="1200" dirty="0">
            <a:latin typeface="Algerian" panose="04020705040A02060702" pitchFamily="82" charset="0"/>
          </a:endParaRPr>
        </a:p>
      </dsp:txBody>
      <dsp:txXfrm>
        <a:off x="1758695" y="2054542"/>
        <a:ext cx="3810508" cy="684847"/>
      </dsp:txXfrm>
    </dsp:sp>
    <dsp:sp modelId="{FA56393C-4E08-467F-A125-E370C24493D7}">
      <dsp:nvSpPr>
        <dsp:cNvPr id="0" name=""/>
        <dsp:cNvSpPr/>
      </dsp:nvSpPr>
      <dsp:spPr>
        <a:xfrm>
          <a:off x="0" y="2739389"/>
          <a:ext cx="7327900" cy="684847"/>
        </a:xfrm>
        <a:prstGeom prst="trapezoid">
          <a:avLst>
            <a:gd name="adj" fmla="val 107000"/>
          </a:avLst>
        </a:prstGeom>
        <a:solidFill>
          <a:schemeClr val="bg1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Algerian" panose="04020705040A02060702" pitchFamily="82" charset="0"/>
            </a:rPr>
            <a:t>DF</a:t>
          </a:r>
          <a:endParaRPr lang="en-IN" sz="3800" kern="1200" dirty="0">
            <a:latin typeface="Algerian" panose="04020705040A02060702" pitchFamily="82" charset="0"/>
          </a:endParaRPr>
        </a:p>
      </dsp:txBody>
      <dsp:txXfrm>
        <a:off x="1282382" y="2739389"/>
        <a:ext cx="4763135" cy="6848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331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51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839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80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427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906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840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796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915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651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018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5188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263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942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438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557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432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00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C58695E-18A5-4624-9FF5-148173ED331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AF118-2C31-4548-83D3-08507F6C8662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434E85-79C4-32F7-02FB-8EE3C09A727C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179" y="182906"/>
            <a:ext cx="1738736" cy="5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2047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43A2-E84E-8357-A7BE-4BE329437C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DATA OF STUDENT ANALYSIS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12F58-E228-6413-4934-C4B919DBA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1"/>
            <a:ext cx="8825658" cy="86142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Bell MT" panose="02020503060305020303" pitchFamily="18" charset="0"/>
              </a:rPr>
              <a:t>STUDENT AND SUBJECT WISE ANALYSIS</a:t>
            </a:r>
          </a:p>
        </p:txBody>
      </p:sp>
    </p:spTree>
    <p:extLst>
      <p:ext uri="{BB962C8B-B14F-4D97-AF65-F5344CB8AC3E}">
        <p14:creationId xmlns:p14="http://schemas.microsoft.com/office/powerpoint/2010/main" val="1137720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7F2EA-26B9-C44D-8CC8-3CF6EBC7A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b="1" dirty="0">
                <a:latin typeface="Algerian" panose="04020705040A02060702" pitchFamily="82" charset="0"/>
              </a:rPr>
              <a:t>Objectives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93E6-C9E2-C2BE-1C51-CD49E653760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Bell MT" panose="02020503060305020303" pitchFamily="18" charset="0"/>
              </a:rPr>
              <a:t>Analyze the performance of students in the previous semester.</a:t>
            </a:r>
          </a:p>
          <a:p>
            <a:r>
              <a:rPr lang="en-US" dirty="0">
                <a:solidFill>
                  <a:schemeClr val="tx1"/>
                </a:solidFill>
                <a:latin typeface="Bell MT" panose="02020503060305020303" pitchFamily="18" charset="0"/>
              </a:rPr>
              <a:t>Compare marks obtained by individual students.</a:t>
            </a:r>
          </a:p>
          <a:p>
            <a:r>
              <a:rPr lang="en-US" dirty="0">
                <a:solidFill>
                  <a:schemeClr val="tx1"/>
                </a:solidFill>
                <a:latin typeface="Bell MT" panose="02020503060305020303" pitchFamily="18" charset="0"/>
              </a:rPr>
              <a:t>Analyze subject-wise average performance.</a:t>
            </a:r>
          </a:p>
          <a:p>
            <a:r>
              <a:rPr lang="en-US" dirty="0">
                <a:solidFill>
                  <a:schemeClr val="tx1"/>
                </a:solidFill>
                <a:latin typeface="Bell MT" panose="02020503060305020303" pitchFamily="18" charset="0"/>
              </a:rPr>
              <a:t>Identify subjects/students requiring improvement.</a:t>
            </a:r>
          </a:p>
          <a:p>
            <a:r>
              <a:rPr lang="en-US" dirty="0">
                <a:solidFill>
                  <a:schemeClr val="tx1"/>
                </a:solidFill>
                <a:latin typeface="Bell MT" panose="02020503060305020303" pitchFamily="18" charset="0"/>
              </a:rPr>
              <a:t>Present the analysis using charts and SmartArt.</a:t>
            </a:r>
          </a:p>
        </p:txBody>
      </p:sp>
    </p:spTree>
    <p:extLst>
      <p:ext uri="{BB962C8B-B14F-4D97-AF65-F5344CB8AC3E}">
        <p14:creationId xmlns:p14="http://schemas.microsoft.com/office/powerpoint/2010/main" val="4270567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49E2D-604F-2EE5-94D4-5BA430CD5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8FF44C-902F-7DF2-3866-A4FB4DA78D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Algerian" panose="04020705040A02060702" pitchFamily="82" charset="0"/>
              </a:rPr>
              <a:t>Subject Preference</a:t>
            </a:r>
            <a:endParaRPr lang="en-IN" sz="2800" dirty="0">
              <a:latin typeface="Algerian" panose="04020705040A02060702" pitchFamily="82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35A3B35-77CC-7FCD-39FC-7CE2D8228E5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181800558"/>
              </p:ext>
            </p:extLst>
          </p:nvPr>
        </p:nvGraphicFramePr>
        <p:xfrm>
          <a:off x="2462213" y="2227263"/>
          <a:ext cx="7327900" cy="3424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690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A1BC-0B2E-82A5-58A5-0E70FCBC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dirty="0">
                <a:latin typeface="Algerian" panose="04020705040A02060702" pitchFamily="82" charset="0"/>
              </a:rPr>
              <a:t>Previous Semester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56E0B-37DD-AE91-20C0-91E66FF8F38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Students’ overall performance can be analyzed by comparing their total marks and percentages.</a:t>
            </a:r>
          </a:p>
          <a:p>
            <a:r>
              <a:rPr lang="en-US" dirty="0">
                <a:latin typeface="Bell MT" panose="02020503060305020303" pitchFamily="18" charset="0"/>
              </a:rPr>
              <a:t>This helps identify overall academic progress and performance patterns.</a:t>
            </a:r>
            <a:endParaRPr lang="en-IN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446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E6006-3C33-94DD-C6F5-05E291FAD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  <a:t> Student-Wise Marks</a:t>
            </a:r>
            <a:endParaRPr lang="en-IN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DF670C-EF80-5681-9B49-1B8D89D5A68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58180401"/>
              </p:ext>
            </p:extLst>
          </p:nvPr>
        </p:nvGraphicFramePr>
        <p:xfrm>
          <a:off x="646111" y="1613928"/>
          <a:ext cx="9965944" cy="42875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487489">
                  <a:extLst>
                    <a:ext uri="{9D8B030D-6E8A-4147-A177-3AD203B41FA5}">
                      <a16:colId xmlns:a16="http://schemas.microsoft.com/office/drawing/2014/main" val="318383156"/>
                    </a:ext>
                  </a:extLst>
                </a:gridCol>
                <a:gridCol w="1569655">
                  <a:extLst>
                    <a:ext uri="{9D8B030D-6E8A-4147-A177-3AD203B41FA5}">
                      <a16:colId xmlns:a16="http://schemas.microsoft.com/office/drawing/2014/main" val="2382099317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281996742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9887496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367675001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162285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Student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JAVA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FEWT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SQL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DSA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DF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160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Aarav Patel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82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76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88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79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85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922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Riya Shah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91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84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89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93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87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630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Krish Mehta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74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81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78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72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80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86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Diya Joshi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86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79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84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88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90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88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Yash Desai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68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73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71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65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76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762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Anaya Trivedi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95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90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92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94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91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547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Vivaan Shah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77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69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75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81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73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727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Siya Patel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88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85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90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86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89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6875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Dhruv Mehta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71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78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69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74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72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9218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Myra Desai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84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87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82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80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86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6566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312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98C9-3C10-0C18-A264-4E9DDEDC2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dirty="0">
                <a:latin typeface="Algerian" panose="04020705040A02060702" pitchFamily="82" charset="0"/>
              </a:rPr>
              <a:t>Comparison of Individual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6C685-CB3E-D6E6-73E8-66F9ED4549A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Individual students’ marks can be compared across different subjects</a:t>
            </a:r>
          </a:p>
          <a:p>
            <a:r>
              <a:rPr lang="en-US" dirty="0">
                <a:latin typeface="Bell MT" panose="02020503060305020303" pitchFamily="18" charset="0"/>
              </a:rPr>
              <a:t>This comparison highlights high-performing students and areas where others need support.</a:t>
            </a:r>
            <a:endParaRPr lang="en-IN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494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8D5F-A247-63C4-BE00-688C0F7F5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  <a:t>Subject-Wise Marks</a:t>
            </a:r>
            <a:endParaRPr lang="en-IN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F0C4C1C-068D-F04B-F58F-A238BF80FC0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9965960"/>
              </p:ext>
            </p:extLst>
          </p:nvPr>
        </p:nvGraphicFramePr>
        <p:xfrm>
          <a:off x="914400" y="2366963"/>
          <a:ext cx="10363200" cy="3424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1709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098A-D35A-C608-B0AA-9D7D019C3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dirty="0">
                <a:latin typeface="Algerian" panose="04020705040A02060702" pitchFamily="82" charset="0"/>
              </a:rPr>
              <a:t>Subject-wise Average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1B040-A93D-0415-4A59-1B219E020CE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The average marks for each subject show which subjects students perform well in.</a:t>
            </a:r>
          </a:p>
          <a:p>
            <a:r>
              <a:rPr lang="en-US" dirty="0">
                <a:latin typeface="Bell MT" panose="02020503060305020303" pitchFamily="18" charset="0"/>
              </a:rPr>
              <a:t>It also helps identify subjects with comparatively lower average scores.</a:t>
            </a:r>
            <a:endParaRPr lang="en-IN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270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ECDE-548A-3083-7395-ACA1BCB42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Algerian" panose="04020705040A02060702" pitchFamily="82" charset="0"/>
              </a:rPr>
              <a:t>Subject-Wise Average Marks</a:t>
            </a:r>
            <a:endParaRPr lang="en-IN" dirty="0">
              <a:latin typeface="Algerian" panose="04020705040A02060702" pitchFamily="82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F37BC53-3A45-46A5-2A93-0CE0FCBE57F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3080009"/>
              </p:ext>
            </p:extLst>
          </p:nvPr>
        </p:nvGraphicFramePr>
        <p:xfrm>
          <a:off x="914400" y="2366963"/>
          <a:ext cx="10363200" cy="3424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15963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0C779-61D9-96AE-3E31-75FB605BF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2800" dirty="0">
                <a:latin typeface="Algerian" panose="04020705040A02060702" pitchFamily="82" charset="0"/>
              </a:rPr>
              <a:t>Subjects/Students Requiring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68C0B-7607-32C5-0BEC-B099CE48396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Students with lower marks can be identified for additional guidance and practice.</a:t>
            </a:r>
          </a:p>
          <a:p>
            <a:r>
              <a:rPr lang="en-US" dirty="0">
                <a:latin typeface="Bell MT" panose="02020503060305020303" pitchFamily="18" charset="0"/>
              </a:rPr>
              <a:t>Subjects with low average performance can be targeted for better teaching and revision.</a:t>
            </a:r>
            <a:endParaRPr lang="en-IN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430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2FF5-2C04-27FC-E816-18ECF237A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STUDENT PERCENTAGE</a:t>
            </a:r>
            <a:endParaRPr lang="en-IN" b="1" dirty="0">
              <a:latin typeface="Algerian" panose="04020705040A02060702" pitchFamily="82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FCF9F8C-0360-6CB8-C71D-129C3AA20DF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45169339"/>
              </p:ext>
            </p:extLst>
          </p:nvPr>
        </p:nvGraphicFramePr>
        <p:xfrm>
          <a:off x="914400" y="2366963"/>
          <a:ext cx="10363200" cy="3424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57101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A3A61E8-345E-19AC-D6E2-128404F6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dirty="0">
                <a:latin typeface="Algerian" panose="04020705040A02060702" pitchFamily="82" charset="0"/>
              </a:rPr>
              <a:t>Charts and SmartArt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5046179-DAC4-04F0-20FE-5C62B5391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Bar or column charts can visually compare students’ marks and subject averages.</a:t>
            </a:r>
          </a:p>
          <a:p>
            <a:r>
              <a:rPr lang="en-US" dirty="0">
                <a:latin typeface="Bell MT" panose="02020503060305020303" pitchFamily="18" charset="0"/>
              </a:rPr>
              <a:t>SmartArt can present the analysis process: </a:t>
            </a:r>
          </a:p>
          <a:p>
            <a:r>
              <a:rPr lang="en-US" b="1" dirty="0">
                <a:latin typeface="Bell MT" panose="02020503060305020303" pitchFamily="18" charset="0"/>
              </a:rPr>
              <a:t>Marks → Comparison → Identification → Improvement</a:t>
            </a:r>
            <a:r>
              <a:rPr lang="en-US" dirty="0">
                <a:latin typeface="Bell MT" panose="02020503060305020303" pitchFamily="18" charset="0"/>
              </a:rPr>
              <a:t>.</a:t>
            </a:r>
            <a:endParaRPr lang="en-IN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2863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73</TotalTime>
  <Words>290</Words>
  <Application>Microsoft Office PowerPoint</Application>
  <PresentationFormat>Widescreen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Algerian</vt:lpstr>
      <vt:lpstr>Bell MT</vt:lpstr>
      <vt:lpstr>Century Gothic</vt:lpstr>
      <vt:lpstr>Wingdings</vt:lpstr>
      <vt:lpstr>Wingdings 3</vt:lpstr>
      <vt:lpstr>Ion</vt:lpstr>
      <vt:lpstr>DATA OF STUDENT ANALYSIS</vt:lpstr>
      <vt:lpstr>Objectives</vt:lpstr>
      <vt:lpstr>Subject Preference</vt:lpstr>
      <vt:lpstr>Previous Semester Performance</vt:lpstr>
      <vt:lpstr> Student-Wise Marks</vt:lpstr>
      <vt:lpstr>Comparison of Individual Students</vt:lpstr>
      <vt:lpstr>Subject-Wise Marks</vt:lpstr>
      <vt:lpstr>Subject-wise Average Performance</vt:lpstr>
      <vt:lpstr>Subject-Wise Average Marks</vt:lpstr>
      <vt:lpstr>Subjects/Students Requiring Improvement</vt:lpstr>
      <vt:lpstr>STUDENT PERCENTAGE</vt:lpstr>
      <vt:lpstr>Charts and SmartArt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5</cp:revision>
  <dcterms:created xsi:type="dcterms:W3CDTF">2026-09-22T07:14:32Z</dcterms:created>
  <dcterms:modified xsi:type="dcterms:W3CDTF">2026-09-23T07:25:00Z</dcterms:modified>
</cp:coreProperties>
</file>