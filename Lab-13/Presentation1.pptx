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E1E3E3"/>
    <a:srgbClr val="3399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3757D-57B6-4185-97B9-991B24B457D8}" type="datetimeFigureOut">
              <a:rPr lang="en-IN" smtClean="0"/>
              <a:t>16-09-2026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4F535-FF75-477E-BF2C-1B3A3FE5FA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16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F4F535-FF75-477E-BF2C-1B3A3FE5FA28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088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1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92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47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69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3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45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58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3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60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86881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94842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1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64666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8999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6996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3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83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 dirty="0"/>
              <a:t>15-09-2026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 dirty="0"/>
              <a:t>Robotics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89DA6A-D1D5-492E-A73A-BCEFFE802DC1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B0812D-417F-3022-08A9-46F50C9B89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176" y="497491"/>
            <a:ext cx="1710847" cy="55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6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AA33-7139-2570-68DF-67EBE53A1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083" y="1426634"/>
            <a:ext cx="9654988" cy="2616199"/>
          </a:xfrm>
        </p:spPr>
        <p:txBody>
          <a:bodyPr>
            <a:normAutofit/>
          </a:bodyPr>
          <a:lstStyle/>
          <a:p>
            <a:r>
              <a:rPr lang="en-IN" sz="5300" b="1" dirty="0">
                <a:solidFill>
                  <a:schemeClr val="tx1"/>
                </a:solidFill>
                <a:latin typeface="Algerian" panose="04020705040A02060702" pitchFamily="82" charset="0"/>
              </a:rPr>
              <a:t>Robotics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DCF55-BCCF-83A0-5A3B-54C76D5DD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1536" y="3996267"/>
            <a:ext cx="7208928" cy="1388534"/>
          </a:xfrm>
        </p:spPr>
        <p:txBody>
          <a:bodyPr>
            <a:normAutofit/>
          </a:bodyPr>
          <a:lstStyle/>
          <a:p>
            <a:r>
              <a:rPr lang="en-IN" dirty="0"/>
              <a:t>⚡</a:t>
            </a:r>
            <a:r>
              <a:rPr lang="en-US" sz="2400" b="1" dirty="0">
                <a:latin typeface="Algerian" panose="04020705040A02060702" pitchFamily="82" charset="0"/>
              </a:rPr>
              <a:t>How robots are changing our daily lives</a:t>
            </a:r>
            <a:endParaRPr lang="en-IN" sz="2400" dirty="0">
              <a:latin typeface="Algerian" panose="04020705040A02060702" pitchFamily="8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7A985D-B567-FBBD-7981-7B2D8448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155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75D3-6D93-6093-DA89-347BAB0C98B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Algerian" panose="04020705040A02060702" pitchFamily="82" charset="0"/>
              </a:rPr>
              <a:t>Introduction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11B1-EBC8-3534-EE3C-0FA2F66A1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Robotics is a branch of technology that deals with </a:t>
            </a:r>
            <a:r>
              <a:rPr lang="en-US" sz="2000" b="1" dirty="0">
                <a:solidFill>
                  <a:schemeClr val="tx1"/>
                </a:solidFill>
              </a:rPr>
              <a:t>robots and automated machines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Robots are designed to perform tasks with little or no human intervention.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Today, robots are used in </a:t>
            </a:r>
            <a:r>
              <a:rPr lang="en-US" sz="2000" b="1" dirty="0">
                <a:solidFill>
                  <a:schemeClr val="tx1"/>
                </a:solidFill>
              </a:rPr>
              <a:t>homes, hospitals, schools, factories, agriculture, and transportation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Robotics is becoming an important part of modern society.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2EEA1-7E5D-703A-4817-425BA209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573D-61EC-5D74-FAD0-7BF59500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Algerian" panose="04020705040A02060702" pitchFamily="82" charset="0"/>
              </a:rPr>
              <a:t>What is a Robot?</a:t>
            </a:r>
            <a:endParaRPr lang="en-IN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37619-FF25-8B3F-D163-A8C2EF60C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A robot is a machine that can be programmed to perform specific tasks.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Main components:</a:t>
            </a:r>
          </a:p>
          <a:p>
            <a:pPr lvl="1"/>
            <a:r>
              <a:rPr lang="en-US" sz="1400" b="1" dirty="0">
                <a:solidFill>
                  <a:schemeClr val="tx1"/>
                </a:solidFill>
              </a:rPr>
              <a:t>Sensors</a:t>
            </a:r>
            <a:r>
              <a:rPr lang="en-US" sz="1400" dirty="0">
                <a:solidFill>
                  <a:schemeClr val="tx1"/>
                </a:solidFill>
              </a:rPr>
              <a:t> — collect information from the environment.</a:t>
            </a:r>
          </a:p>
          <a:p>
            <a:pPr lvl="1"/>
            <a:r>
              <a:rPr lang="en-US" sz="1400" b="1" dirty="0">
                <a:solidFill>
                  <a:schemeClr val="tx1"/>
                </a:solidFill>
              </a:rPr>
              <a:t>Controller/Computer</a:t>
            </a:r>
            <a:r>
              <a:rPr lang="en-US" sz="1400" dirty="0">
                <a:solidFill>
                  <a:schemeClr val="tx1"/>
                </a:solidFill>
              </a:rPr>
              <a:t> — processes information and makes decisions.</a:t>
            </a:r>
          </a:p>
          <a:p>
            <a:pPr lvl="1"/>
            <a:r>
              <a:rPr lang="en-US" sz="1400" b="1" dirty="0">
                <a:solidFill>
                  <a:schemeClr val="tx1"/>
                </a:solidFill>
              </a:rPr>
              <a:t>Motors/Actuators</a:t>
            </a:r>
            <a:r>
              <a:rPr lang="en-US" sz="1400" dirty="0">
                <a:solidFill>
                  <a:schemeClr val="tx1"/>
                </a:solidFill>
              </a:rPr>
              <a:t> — create movement.</a:t>
            </a:r>
          </a:p>
          <a:p>
            <a:pPr lvl="1"/>
            <a:r>
              <a:rPr lang="en-US" sz="1400" b="1" dirty="0">
                <a:solidFill>
                  <a:schemeClr val="tx1"/>
                </a:solidFill>
              </a:rPr>
              <a:t>Software</a:t>
            </a:r>
            <a:r>
              <a:rPr lang="en-US" sz="1400" dirty="0">
                <a:solidFill>
                  <a:schemeClr val="tx1"/>
                </a:solidFill>
              </a:rPr>
              <a:t> — controls the robot's actions.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Simple example:</a:t>
            </a:r>
            <a:r>
              <a:rPr lang="en-US" sz="2000" dirty="0">
                <a:solidFill>
                  <a:schemeClr val="tx1"/>
                </a:solidFill>
              </a:rPr>
              <a:t> A robot vacuum uses sensors to detect obstacles and motors to move around a room.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668EE-9A23-1A7F-110D-47DE51D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02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0C69-3A6C-450C-6CAF-15870A42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Algerian" panose="04020705040A02060702" pitchFamily="82" charset="0"/>
              </a:rPr>
              <a:t>Types of Robots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666C-7DD4-B14A-94C2-11F0EF04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tx1"/>
                </a:solidFill>
              </a:rPr>
              <a:t>🏭 </a:t>
            </a:r>
            <a:r>
              <a:rPr lang="en-IN" b="1" dirty="0">
                <a:solidFill>
                  <a:schemeClr val="tx1"/>
                </a:solidFill>
              </a:rPr>
              <a:t>Industrial robots</a:t>
            </a:r>
            <a:r>
              <a:rPr lang="en-IN" dirty="0">
                <a:solidFill>
                  <a:schemeClr val="tx1"/>
                </a:solidFill>
              </a:rPr>
              <a:t> — used in factories.</a:t>
            </a:r>
          </a:p>
          <a:p>
            <a:r>
              <a:rPr lang="en-IN" dirty="0">
                <a:solidFill>
                  <a:schemeClr val="tx1"/>
                </a:solidFill>
              </a:rPr>
              <a:t>🏠 </a:t>
            </a:r>
            <a:r>
              <a:rPr lang="en-IN" b="1" dirty="0">
                <a:solidFill>
                  <a:schemeClr val="tx1"/>
                </a:solidFill>
              </a:rPr>
              <a:t>Domestic robots</a:t>
            </a:r>
            <a:r>
              <a:rPr lang="en-IN" dirty="0">
                <a:solidFill>
                  <a:schemeClr val="tx1"/>
                </a:solidFill>
              </a:rPr>
              <a:t> — used for household tasks.</a:t>
            </a:r>
          </a:p>
          <a:p>
            <a:r>
              <a:rPr lang="en-IN" dirty="0">
                <a:solidFill>
                  <a:schemeClr val="tx1"/>
                </a:solidFill>
              </a:rPr>
              <a:t>🏥 </a:t>
            </a:r>
            <a:r>
              <a:rPr lang="en-IN" b="1" dirty="0">
                <a:solidFill>
                  <a:schemeClr val="tx1"/>
                </a:solidFill>
              </a:rPr>
              <a:t>Medical robots</a:t>
            </a:r>
            <a:r>
              <a:rPr lang="en-IN" dirty="0">
                <a:solidFill>
                  <a:schemeClr val="tx1"/>
                </a:solidFill>
              </a:rPr>
              <a:t> — assist healthcare professionals.</a:t>
            </a:r>
          </a:p>
          <a:p>
            <a:r>
              <a:rPr lang="en-IN" dirty="0">
                <a:solidFill>
                  <a:schemeClr val="tx1"/>
                </a:solidFill>
              </a:rPr>
              <a:t>🚗 </a:t>
            </a:r>
            <a:r>
              <a:rPr lang="en-IN" b="1" dirty="0">
                <a:solidFill>
                  <a:schemeClr val="tx1"/>
                </a:solidFill>
              </a:rPr>
              <a:t>Autonomous robots</a:t>
            </a:r>
            <a:r>
              <a:rPr lang="en-IN" dirty="0">
                <a:solidFill>
                  <a:schemeClr val="tx1"/>
                </a:solidFill>
              </a:rPr>
              <a:t> — navigate and perform tasks with limited human control.</a:t>
            </a:r>
          </a:p>
          <a:p>
            <a:r>
              <a:rPr lang="en-IN" dirty="0">
                <a:solidFill>
                  <a:schemeClr val="tx1"/>
                </a:solidFill>
              </a:rPr>
              <a:t>🚜 </a:t>
            </a:r>
            <a:r>
              <a:rPr lang="en-IN" b="1" dirty="0">
                <a:solidFill>
                  <a:schemeClr val="tx1"/>
                </a:solidFill>
              </a:rPr>
              <a:t>Agricultural robots</a:t>
            </a:r>
            <a:r>
              <a:rPr lang="en-IN" dirty="0">
                <a:solidFill>
                  <a:schemeClr val="tx1"/>
                </a:solidFill>
              </a:rPr>
              <a:t> — assist farmers.</a:t>
            </a:r>
          </a:p>
          <a:p>
            <a:r>
              <a:rPr lang="en-IN" dirty="0">
                <a:solidFill>
                  <a:schemeClr val="tx1"/>
                </a:solidFill>
              </a:rPr>
              <a:t>🚁 </a:t>
            </a:r>
            <a:r>
              <a:rPr lang="en-IN" b="1" dirty="0">
                <a:solidFill>
                  <a:schemeClr val="tx1"/>
                </a:solidFill>
              </a:rPr>
              <a:t>Drones</a:t>
            </a:r>
            <a:r>
              <a:rPr lang="en-IN" dirty="0">
                <a:solidFill>
                  <a:schemeClr val="tx1"/>
                </a:solidFill>
              </a:rPr>
              <a:t> — perform aerial tasks.</a:t>
            </a:r>
          </a:p>
          <a:p>
            <a:r>
              <a:rPr lang="en-IN" dirty="0">
                <a:solidFill>
                  <a:schemeClr val="tx1"/>
                </a:solidFill>
              </a:rPr>
              <a:t>🤝 </a:t>
            </a:r>
            <a:r>
              <a:rPr lang="en-IN" b="1" dirty="0">
                <a:solidFill>
                  <a:schemeClr val="tx1"/>
                </a:solidFill>
              </a:rPr>
              <a:t>Collaborative robots (Cobots)</a:t>
            </a:r>
            <a:r>
              <a:rPr lang="en-IN" dirty="0">
                <a:solidFill>
                  <a:schemeClr val="tx1"/>
                </a:solidFill>
              </a:rPr>
              <a:t> — work alongside humans.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B43D-040C-42A6-2840-2F765E80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25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1B7F-619B-9504-6673-3B5AE87C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Robots at Home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05D7B-E030-03C8-9336-AE0C7D9CB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Robots are increasingly being used for household activities.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Robot vacuum cleaners clean floors automatically.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Robot mowers maintain lawns.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Smart home devices can automate routine tasks.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Some robots can provide assistance and companionship.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They can help people save </a:t>
            </a:r>
            <a:r>
              <a:rPr lang="en-US" sz="1900" b="1" dirty="0">
                <a:solidFill>
                  <a:schemeClr val="tx1"/>
                </a:solidFill>
              </a:rPr>
              <a:t>time and physical effort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Example: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A robot vacuum can use sensors to navigate around furniture while cleaning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0943-703B-31F5-AE65-F0FA7BAC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02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D83C-408E-4CD3-767D-E7F29A2A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Robots in Healthcare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0F2F-7B3D-4D75-2ED7-FEAE0C4C8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Robotics has many applications in healthcare.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Surgical robots can assist doctors during operations.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Rehabilitation robots can help patients recover movement.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Robots can transport medicines and supplies.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Disinfection robots can help clean certain hospital areas.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Assistive robots can support elderly or disabled people.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Key benefit:</a:t>
            </a:r>
            <a:r>
              <a:rPr lang="en-US" sz="2000" dirty="0">
                <a:solidFill>
                  <a:schemeClr val="tx1"/>
                </a:solidFill>
              </a:rPr>
              <a:t> Robots can provide precision and consistency in appropriate medical applications.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6BF27-ACB6-2EA7-142C-3A013BB6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9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F69D-6336-2F20-4036-823CD8C5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Robots in Education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4FC-4B6D-66FB-3C03-425B76C78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Robots can make education more interactive.</a:t>
            </a:r>
          </a:p>
          <a:p>
            <a:pPr lvl="1"/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Students can learn </a:t>
            </a: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</a:rPr>
              <a:t>coding and programming</a:t>
            </a:r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 using robots.</a:t>
            </a:r>
          </a:p>
          <a:p>
            <a:pPr lvl="1"/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Robotics projects develop problem-solving skills.</a:t>
            </a:r>
          </a:p>
          <a:p>
            <a:pPr lvl="1"/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Robots are used in STEM education.</a:t>
            </a:r>
          </a:p>
          <a:p>
            <a:pPr lvl="1"/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Students learn through building, testing, and improving robots.</a:t>
            </a:r>
          </a:p>
          <a:p>
            <a:pPr lvl="1"/>
            <a:r>
              <a:rPr lang="en-US" sz="1900" dirty="0">
                <a:solidFill>
                  <a:schemeClr val="accent1">
                    <a:lumMod val="50000"/>
                  </a:schemeClr>
                </a:solidFill>
              </a:rPr>
              <a:t>Robotics competitions encourage creativity and teamwork.</a:t>
            </a:r>
            <a:br>
              <a:rPr lang="en-US" dirty="0"/>
            </a:b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883BB-C1B6-9D14-44D3-DEE9F79D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06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8C33-A734-B896-7E85-C97C4DEB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 Robots in Transportation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70BB-7706-3271-9E71-ACB4AA70E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Robotics and automation are changing transportation.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Autonomous vehicles use cameras and sensors to understand their surroundings.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Robots are used in warehouses to move goods.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Drones can be used for surveying and delivery.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Automated systems can assist transportation operations.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Future possibilities: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Self-driving vehicles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Automated delivery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Robotic public transportation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More advanced drones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BE72-558D-87D5-5BB7-22B6C15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0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8197-D48D-CFD0-3F8E-EDC09DE7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Robots in Agriculture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F9B25-26B6-494B-DA2F-87B8BD6F7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Agriculture is another important area for robotics.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Robots can assist with planting and harvesting.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Drones can monitor large fields.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Robots can identify weeds and crop problems.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Automated machines can perform repetitive agricultural tasks.</a:t>
            </a:r>
          </a:p>
          <a:p>
            <a:pPr lvl="1"/>
            <a:r>
              <a:rPr lang="en-US" sz="1900" dirty="0">
                <a:solidFill>
                  <a:schemeClr val="tx1"/>
                </a:solidFill>
              </a:rPr>
              <a:t>Robotics can improve efficiency and precision.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Result:</a:t>
            </a:r>
          </a:p>
          <a:p>
            <a:pPr lvl="1"/>
            <a:r>
              <a:rPr lang="en-US" sz="1900" b="1" dirty="0">
                <a:solidFill>
                  <a:schemeClr val="tx1"/>
                </a:solidFill>
              </a:rPr>
              <a:t>Less repetitive manual work + better monitoring + improved efficiency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AC47C-67E3-868B-B8A1-CC99EE44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80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E128-3924-59E7-E946-B6726774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Robots in Manufacturing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A8E0-D168-6279-47C9-4A14D3936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Industrial robots are widely used in </a:t>
            </a:r>
            <a:r>
              <a:rPr lang="en-US" b="1" dirty="0">
                <a:solidFill>
                  <a:schemeClr val="tx1"/>
                </a:solidFill>
              </a:rPr>
              <a:t>factories and manufacturing industries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They can perform tasks </a:t>
            </a:r>
            <a:r>
              <a:rPr lang="en-US" b="1" dirty="0">
                <a:solidFill>
                  <a:schemeClr val="tx1"/>
                </a:solidFill>
              </a:rPr>
              <a:t>quickly, accurately, and continuously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Common tasks include: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Welding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Painting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Assembly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Packaging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Quality inspection</a:t>
            </a:r>
          </a:p>
          <a:p>
            <a:r>
              <a:rPr lang="en-US" dirty="0">
                <a:solidFill>
                  <a:schemeClr val="tx1"/>
                </a:solidFill>
              </a:rPr>
              <a:t>Robots can perform </a:t>
            </a:r>
            <a:r>
              <a:rPr lang="en-US" b="1" dirty="0">
                <a:solidFill>
                  <a:schemeClr val="tx1"/>
                </a:solidFill>
              </a:rPr>
              <a:t>dangerous and repetitive tasks</a:t>
            </a:r>
            <a:r>
              <a:rPr lang="en-US" dirty="0">
                <a:solidFill>
                  <a:schemeClr val="tx1"/>
                </a:solidFill>
              </a:rPr>
              <a:t> safely.</a:t>
            </a:r>
          </a:p>
          <a:p>
            <a:r>
              <a:rPr lang="en-US" dirty="0">
                <a:solidFill>
                  <a:schemeClr val="tx1"/>
                </a:solidFill>
              </a:rPr>
              <a:t>Example: </a:t>
            </a:r>
            <a:r>
              <a:rPr lang="en-US" b="1" dirty="0">
                <a:solidFill>
                  <a:schemeClr val="tx1"/>
                </a:solidFill>
              </a:rPr>
              <a:t>Car factories use robotic arms</a:t>
            </a:r>
            <a:r>
              <a:rPr lang="en-US" dirty="0">
                <a:solidFill>
                  <a:schemeClr val="tx1"/>
                </a:solidFill>
              </a:rPr>
              <a:t> to assemble and paint vehicles.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8630A-8907-7787-30A2-AC091A24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63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B810-1FA1-AA3C-C8AC-31BCD7144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</a:rPr>
              <a:t>Robots in Restaurants and Retail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4D41-8543-8D36-8875-E6B1E0CA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300" dirty="0">
                <a:solidFill>
                  <a:schemeClr val="tx1"/>
                </a:solidFill>
              </a:rPr>
              <a:t>Robots are being used in </a:t>
            </a:r>
            <a:r>
              <a:rPr lang="en-US" sz="2300" b="1" dirty="0">
                <a:solidFill>
                  <a:schemeClr val="tx1"/>
                </a:solidFill>
              </a:rPr>
              <a:t>restaurants, shops, and supermarkets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sz="2300" dirty="0">
                <a:solidFill>
                  <a:schemeClr val="tx1"/>
                </a:solidFill>
              </a:rPr>
              <a:t>They can help with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Food preparation and serving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Delivering food to tables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Carrying goods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Managing inventory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Cleaning</a:t>
            </a:r>
          </a:p>
          <a:p>
            <a:r>
              <a:rPr lang="en-US" sz="2300" dirty="0">
                <a:solidFill>
                  <a:schemeClr val="tx1"/>
                </a:solidFill>
              </a:rPr>
              <a:t>Robots can help businesses </a:t>
            </a:r>
            <a:r>
              <a:rPr lang="en-US" sz="2300" b="1" dirty="0">
                <a:solidFill>
                  <a:schemeClr val="tx1"/>
                </a:solidFill>
              </a:rPr>
              <a:t>save time and reduce repetitive work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</a:p>
          <a:p>
            <a:r>
              <a:rPr lang="en-US" sz="2300" dirty="0">
                <a:solidFill>
                  <a:schemeClr val="tx1"/>
                </a:solidFill>
              </a:rPr>
              <a:t>Example: </a:t>
            </a:r>
            <a:r>
              <a:rPr lang="en-US" sz="2300" b="1" dirty="0">
                <a:solidFill>
                  <a:schemeClr val="tx1"/>
                </a:solidFill>
              </a:rPr>
              <a:t>Food-serving robots</a:t>
            </a:r>
            <a:r>
              <a:rPr lang="en-US" sz="2300" dirty="0">
                <a:solidFill>
                  <a:schemeClr val="tx1"/>
                </a:solidFill>
              </a:rPr>
              <a:t> can deliver meals from the kitchen to customers.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7BC6D-06B3-9764-264A-FEF5F48A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35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B9A3-DEE8-873B-67B7-865452E4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Algerian" panose="04020705040A02060702" pitchFamily="82" charset="0"/>
              </a:rPr>
              <a:t>Robots in Security and Safety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462C-6137-D1B1-E5E8-D2ACBD2C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300" dirty="0">
                <a:solidFill>
                  <a:schemeClr val="tx1"/>
                </a:solidFill>
              </a:rPr>
              <a:t>Robots can perform tasks in </a:t>
            </a:r>
            <a:r>
              <a:rPr lang="en-US" sz="2300" b="1" dirty="0">
                <a:solidFill>
                  <a:schemeClr val="tx1"/>
                </a:solidFill>
              </a:rPr>
              <a:t>dangerous or difficult environments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</a:p>
          <a:p>
            <a:r>
              <a:rPr lang="en-US" sz="2300" dirty="0">
                <a:solidFill>
                  <a:schemeClr val="tx1"/>
                </a:solidFill>
              </a:rPr>
              <a:t>They are used for: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🔥 Firefighting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💣 Bomb detection and disposal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🔍 Surveillance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🚨 Search and rescue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🌊 Disaster response</a:t>
            </a:r>
          </a:p>
          <a:p>
            <a:r>
              <a:rPr lang="en-US" sz="2300" dirty="0">
                <a:solidFill>
                  <a:schemeClr val="tx1"/>
                </a:solidFill>
              </a:rPr>
              <a:t>Robots can help protect human lives by working in </a:t>
            </a:r>
            <a:r>
              <a:rPr lang="en-US" sz="2300" b="1" dirty="0">
                <a:solidFill>
                  <a:schemeClr val="tx1"/>
                </a:solidFill>
              </a:rPr>
              <a:t>high-risk areas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</a:p>
          <a:p>
            <a:r>
              <a:rPr lang="en-US" sz="2300" dirty="0">
                <a:solidFill>
                  <a:schemeClr val="tx1"/>
                </a:solidFill>
              </a:rPr>
              <a:t>Drones can also be used for </a:t>
            </a:r>
            <a:r>
              <a:rPr lang="en-US" sz="2300" b="1" dirty="0">
                <a:solidFill>
                  <a:schemeClr val="tx1"/>
                </a:solidFill>
              </a:rPr>
              <a:t>aerial monitoring and inspection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66AB2-AE47-F1CD-63FF-E53A6036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16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2F1A-F524-AA72-5966-F6675591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Algerian" panose="04020705040A02060702" pitchFamily="82" charset="0"/>
              </a:rPr>
              <a:t>Robots in Entertainment and Daily Assistance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E15D-6660-7D23-CA8D-ABB394ACB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Robots are also used for </a:t>
            </a:r>
            <a:r>
              <a:rPr lang="en-US" b="1" dirty="0">
                <a:solidFill>
                  <a:schemeClr val="tx1"/>
                </a:solidFill>
              </a:rPr>
              <a:t>entertainment and personal assistance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Examples include: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🤖 Humanoid robots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🐕 Robotic pets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🎮 Interactive robotic toys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🏨 Reception and information robots</a:t>
            </a:r>
          </a:p>
          <a:p>
            <a:r>
              <a:rPr lang="en-US" dirty="0">
                <a:solidFill>
                  <a:schemeClr val="tx1"/>
                </a:solidFill>
              </a:rPr>
              <a:t>Some robots can </a:t>
            </a:r>
            <a:r>
              <a:rPr lang="en-US" b="1" dirty="0">
                <a:solidFill>
                  <a:schemeClr val="tx1"/>
                </a:solidFill>
              </a:rPr>
              <a:t>talk, recognize people, and respond to commands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They can provide </a:t>
            </a:r>
            <a:r>
              <a:rPr lang="en-US" b="1" dirty="0">
                <a:solidFill>
                  <a:schemeClr val="tx1"/>
                </a:solidFill>
              </a:rPr>
              <a:t>entertainment, companionship, and assistance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AI is making these robots more </a:t>
            </a:r>
            <a:r>
              <a:rPr lang="en-US" b="1" dirty="0">
                <a:solidFill>
                  <a:schemeClr val="tx1"/>
                </a:solidFill>
              </a:rPr>
              <a:t>interactive and intelligent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E543-7B1B-8142-1F7E-F3C5C466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44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0612-1242-43B2-F8A0-75010B4D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lgerian" panose="04020705040A02060702" pitchFamily="82" charset="0"/>
              </a:rPr>
              <a:t>Advantages and Challenges of Robotics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A031-80B2-C8D7-4DD1-97EA085F3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Advantages: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Saves </a:t>
            </a:r>
            <a:r>
              <a:rPr lang="en-US" b="1" dirty="0">
                <a:solidFill>
                  <a:schemeClr val="tx1"/>
                </a:solidFill>
              </a:rPr>
              <a:t>time and human effort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Performs tasks with </a:t>
            </a:r>
            <a:r>
              <a:rPr lang="en-US" b="1" dirty="0">
                <a:solidFill>
                  <a:schemeClr val="tx1"/>
                </a:solidFill>
              </a:rPr>
              <a:t>high accuracy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Can work in </a:t>
            </a:r>
            <a:r>
              <a:rPr lang="en-US" b="1" dirty="0">
                <a:solidFill>
                  <a:schemeClr val="tx1"/>
                </a:solidFill>
              </a:rPr>
              <a:t>dangerous environments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Increases </a:t>
            </a:r>
            <a:r>
              <a:rPr lang="en-US" b="1" dirty="0">
                <a:solidFill>
                  <a:schemeClr val="tx1"/>
                </a:solidFill>
              </a:rPr>
              <a:t>productivity and efficiency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Can perform repetitive tasks continuously.</a:t>
            </a:r>
          </a:p>
          <a:p>
            <a:r>
              <a:rPr lang="en-US" b="1" dirty="0">
                <a:solidFill>
                  <a:schemeClr val="tx1"/>
                </a:solidFill>
              </a:rPr>
              <a:t>Challenges: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Robots can be </a:t>
            </a:r>
            <a:r>
              <a:rPr lang="en-US" b="1" dirty="0">
                <a:solidFill>
                  <a:schemeClr val="tx1"/>
                </a:solidFill>
              </a:rPr>
              <a:t>expensive</a:t>
            </a:r>
            <a:r>
              <a:rPr lang="en-US" dirty="0">
                <a:solidFill>
                  <a:schemeClr val="tx1"/>
                </a:solidFill>
              </a:rPr>
              <a:t> to develop and maintain.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Some jobs may be affected by </a:t>
            </a:r>
            <a:r>
              <a:rPr lang="en-US" b="1" dirty="0">
                <a:solidFill>
                  <a:schemeClr val="tx1"/>
                </a:solidFill>
              </a:rPr>
              <a:t>automation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Robots require </a:t>
            </a:r>
            <a:r>
              <a:rPr lang="en-US" b="1" dirty="0">
                <a:solidFill>
                  <a:schemeClr val="tx1"/>
                </a:solidFill>
              </a:rPr>
              <a:t>electricity, software, and maintenance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Safety, privacy, and ethical issues need to be considered.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68AB8-2DF1-4180-5445-A345F267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4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26E6-3ACB-CB8E-7F87-9C919F79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F8738-3BA0-8640-F52E-A9F69A09F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Robotics has become an important part of </a:t>
            </a:r>
            <a:r>
              <a:rPr lang="en-US" sz="2000" b="1" dirty="0">
                <a:solidFill>
                  <a:schemeClr val="tx1"/>
                </a:solidFill>
              </a:rPr>
              <a:t>modern everyday life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Robots are used in </a:t>
            </a:r>
            <a:r>
              <a:rPr lang="en-US" sz="2000" b="1" dirty="0">
                <a:solidFill>
                  <a:schemeClr val="tx1"/>
                </a:solidFill>
              </a:rPr>
              <a:t>homes, healthcare, education, transportation, agriculture, factories, and many other areas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They help humans by making tasks </a:t>
            </a:r>
            <a:r>
              <a:rPr lang="en-US" sz="2000" b="1" dirty="0">
                <a:solidFill>
                  <a:schemeClr val="tx1"/>
                </a:solidFill>
              </a:rPr>
              <a:t>faster, safer, and easier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With advances in </a:t>
            </a:r>
            <a:r>
              <a:rPr lang="en-US" sz="2000" b="1" dirty="0">
                <a:solidFill>
                  <a:schemeClr val="tx1"/>
                </a:solidFill>
              </a:rPr>
              <a:t>Artificial Intelligence and technology</a:t>
            </a:r>
            <a:r>
              <a:rPr lang="en-US" sz="2000" dirty="0">
                <a:solidFill>
                  <a:schemeClr val="tx1"/>
                </a:solidFill>
              </a:rPr>
              <a:t>, robots will become even more capable.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future will focus on </a:t>
            </a:r>
            <a:r>
              <a:rPr lang="en-US" sz="2000" b="1" dirty="0">
                <a:solidFill>
                  <a:schemeClr val="tx1"/>
                </a:solidFill>
              </a:rPr>
              <a:t>humans and robots working together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2051E-C3D2-A951-E643-0CC3C95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9DA6A-D1D5-492E-A73A-BCEFFE802DC1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39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79</TotalTime>
  <Words>913</Words>
  <Application>Microsoft Office PowerPoint</Application>
  <PresentationFormat>Widescreen</PresentationFormat>
  <Paragraphs>142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Algerian</vt:lpstr>
      <vt:lpstr>Arial</vt:lpstr>
      <vt:lpstr>Calibri</vt:lpstr>
      <vt:lpstr>Garamond</vt:lpstr>
      <vt:lpstr>Organic</vt:lpstr>
      <vt:lpstr>Robotics </vt:lpstr>
      <vt:lpstr>Introduction</vt:lpstr>
      <vt:lpstr>What is a Robot?</vt:lpstr>
      <vt:lpstr>Types of Robots</vt:lpstr>
      <vt:lpstr>Robots at Home</vt:lpstr>
      <vt:lpstr>Robots in Healthcare</vt:lpstr>
      <vt:lpstr>Robots in Education</vt:lpstr>
      <vt:lpstr> Robots in Transportation</vt:lpstr>
      <vt:lpstr>Robots in Agriculture</vt:lpstr>
      <vt:lpstr>Robots in Manufacturing</vt:lpstr>
      <vt:lpstr>Robots in Restaurants and Retail</vt:lpstr>
      <vt:lpstr>Robots in Security and Safety</vt:lpstr>
      <vt:lpstr>Robots in Entertainment and Daily Assistance</vt:lpstr>
      <vt:lpstr>Advantages and Challenges of Robotics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9</cp:revision>
  <dcterms:created xsi:type="dcterms:W3CDTF">2026-09-15T07:09:09Z</dcterms:created>
  <dcterms:modified xsi:type="dcterms:W3CDTF">2026-09-16T07:35:52Z</dcterms:modified>
</cp:coreProperties>
</file>