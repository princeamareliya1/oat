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47E93C-43E6-4B6E-A485-D0DE0FCA7302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BAB0C21-E359-F819-A2E9-6093C45182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8174" y="4636241"/>
            <a:ext cx="1372439" cy="114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19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46FCEDEB-5E89-6A91-7795-26BECAB8EB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965" y="2052918"/>
            <a:ext cx="2769887" cy="24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018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50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64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04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52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13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78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64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03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81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275546B-C5E5-4E2E-BDBF-512B00BFA58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D47E93C-43E6-4B6E-A485-D0DE0FCA730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794C75-08D2-0871-BD04-B1CF0B0B8AF7}"/>
              </a:ext>
            </a:extLst>
          </p:cNvPr>
          <p:cNvSpPr/>
          <p:nvPr userDrawn="1"/>
        </p:nvSpPr>
        <p:spPr>
          <a:xfrm>
            <a:off x="92279" y="75501"/>
            <a:ext cx="805343" cy="71306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44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FE78-0B6F-6386-91BA-F15E8D08C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MCQ BASED Exam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25A8B-0BBB-8049-1A1E-7F9F40C64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dirty="0" err="1"/>
              <a:t>Amreliya</a:t>
            </a:r>
            <a:r>
              <a:rPr lang="en-US" dirty="0"/>
              <a:t> Prince</a:t>
            </a:r>
          </a:p>
          <a:p>
            <a:pPr algn="ctr"/>
            <a:r>
              <a:rPr lang="en-US" dirty="0"/>
              <a:t>Enrollment no: 25010101007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BBEF26-7F9C-F153-21C8-639F7B8E5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567" y="4582871"/>
            <a:ext cx="3240173" cy="133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70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765E7-E9C5-9DF7-4364-28BB7154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1BAE-3227-4E70-9E5E-4E0CE223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</a:t>
            </a:r>
            <a:r>
              <a:rPr lang="en-IN" dirty="0"/>
              <a:t> Which organ in the human body pumps blood?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CA610-E81A-77E3-E637-5ED611424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604682"/>
            <a:ext cx="9404723" cy="464371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3200" dirty="0"/>
              <a:t>A) Lungs</a:t>
            </a:r>
          </a:p>
          <a:p>
            <a:pPr marL="0" lvl="0" indent="0">
              <a:buNone/>
            </a:pPr>
            <a:r>
              <a:rPr lang="en-IN" sz="3200" dirty="0"/>
              <a:t>B) Brain</a:t>
            </a:r>
          </a:p>
          <a:p>
            <a:pPr marL="0" lvl="0" indent="0">
              <a:buNone/>
            </a:pPr>
            <a:r>
              <a:rPr lang="en-IN" sz="3200" dirty="0"/>
              <a:t>C) Liver</a:t>
            </a:r>
          </a:p>
          <a:p>
            <a:pPr marL="0" lvl="0" indent="0">
              <a:buNone/>
            </a:pPr>
            <a:r>
              <a:rPr lang="en-IN" sz="3200" dirty="0"/>
              <a:t>D) Heart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6ADB5-1AE8-E977-0CF7-2CE848454C76}"/>
              </a:ext>
            </a:extLst>
          </p:cNvPr>
          <p:cNvSpPr/>
          <p:nvPr/>
        </p:nvSpPr>
        <p:spPr>
          <a:xfrm>
            <a:off x="2227195" y="4805082"/>
            <a:ext cx="1183341" cy="448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👍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8C606E-CEA0-CE30-3784-2F195B2EC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511" y="2024517"/>
            <a:ext cx="5347489" cy="322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8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DC4DD-307C-63F9-EF6C-13FAF7E9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8CE71-60E0-E9A7-C70C-418225FE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</a:t>
            </a:r>
            <a:r>
              <a:rPr lang="en-IN" dirty="0"/>
              <a:t> What is the chemical symbol for water?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43B2-A5E6-62C9-F288-381CE7E3B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310581"/>
            <a:ext cx="9404723" cy="393781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3200" dirty="0"/>
              <a:t>A) CO2</a:t>
            </a:r>
          </a:p>
          <a:p>
            <a:pPr marL="0" lvl="0" indent="0">
              <a:buNone/>
            </a:pPr>
            <a:r>
              <a:rPr lang="en-IN" sz="3200" dirty="0"/>
              <a:t>B) H2O</a:t>
            </a:r>
          </a:p>
          <a:p>
            <a:pPr marL="0" lvl="0" indent="0">
              <a:buNone/>
            </a:pPr>
            <a:r>
              <a:rPr lang="en-IN" sz="3200" dirty="0"/>
              <a:t>C) O2</a:t>
            </a:r>
          </a:p>
          <a:p>
            <a:pPr marL="0" lvl="0" indent="0">
              <a:buNone/>
            </a:pPr>
            <a:r>
              <a:rPr lang="en-IN" sz="3200" dirty="0"/>
              <a:t>D) NaCl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1010EA-B971-7D69-3AE3-AFD1C488567E}"/>
              </a:ext>
            </a:extLst>
          </p:cNvPr>
          <p:cNvSpPr/>
          <p:nvPr/>
        </p:nvSpPr>
        <p:spPr>
          <a:xfrm>
            <a:off x="2142147" y="3429000"/>
            <a:ext cx="1183341" cy="448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👍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C2ADF-058F-3CD4-1332-7C1692E7F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078" y="1965928"/>
            <a:ext cx="4902694" cy="418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0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51</TotalTime>
  <Words>56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Gill Sans MT</vt:lpstr>
      <vt:lpstr>Wingdings 2</vt:lpstr>
      <vt:lpstr>Dividend</vt:lpstr>
      <vt:lpstr>MCQ BASED Exam</vt:lpstr>
      <vt:lpstr>1. Which organ in the human body pumps blood?</vt:lpstr>
      <vt:lpstr>2. What is the chemical symbol for water?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Prince Amareliya</cp:lastModifiedBy>
  <cp:revision>8</cp:revision>
  <dcterms:created xsi:type="dcterms:W3CDTF">2026-09-30T05:11:03Z</dcterms:created>
  <dcterms:modified xsi:type="dcterms:W3CDTF">2026-10-11T11:00:56Z</dcterms:modified>
</cp:coreProperties>
</file>